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Calibri"/>
              </a:defRPr>
            </a:pPr>
            <a:r>
              <a:t>From Shallow to Deep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The 4 pillars of deep agents: Planning, Sub-Agents, Filesystem, System Prompts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create_deep_agent() — the factory function for building agents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@tool decorator — how to give agents custom capabilities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Thread IDs — conversation identity for stateful chats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System prompts — shaping agent behavior with explicit instructions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0: Environment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setup verification</a:t>
            </a:r>
            <a:br/>
            <a:r>
              <a:t>script that checks Python version,</a:t>
            </a:r>
            <a:br/>
            <a:r>
              <a:t>installed packages, API key, and runs</a:t>
            </a:r>
            <a:br/>
            <a:r>
              <a:t>a smoke test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my-agents/lab0_setup.py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Checks: Python 3.11+, deepagents, openai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Smoke test: creates a test agent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Prints ALL CHECKS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0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my-agents/lab0_setup.py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[1] Python version: 3.13.x  ✓</a:t>
            </a:r>
            <a:br/>
            <a:r>
              <a:t>[2] deepagents package:  ✓</a:t>
            </a:r>
            <a:br/>
            <a:r>
              <a:t>[3] langchain-openai package:  ✓</a:t>
            </a:r>
            <a:br/>
            <a:r>
              <a:t>[4] OPENAI_API_KEY:  ✓ (starts with sk-...)</a:t>
            </a:r>
            <a:br/>
            <a:r>
              <a:t>[5] openai package:  ✓</a:t>
            </a:r>
            <a:br/>
            <a:br/>
            <a:r>
              <a:t>ALL CHECKS PASSED — Ready to go!</a:t>
            </a:r>
            <a:br/>
            <a:br/>
            <a:r>
              <a:t>[6] Testing agent creation...</a:t>
            </a:r>
            <a:br/>
            <a:r>
              <a:t>    Agent response: SETUP OK</a:t>
            </a:r>
            <a:br/>
            <a:r>
              <a:t>    ✓ Agent is working!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1: Your First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calculator + clock</a:t>
            </a:r>
            <a:br/>
            <a:r>
              <a:t>agent with two custom @tool functions.</a:t>
            </a:r>
            <a:br/>
            <a:r>
              <a:t>Also builds trace_utils.py for visible</a:t>
            </a:r>
            <a:br/>
            <a:r>
              <a:t>traces across all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my-agents/trace_utils.py (shared utility)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my-agents/lab1_first_agent.py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Tools: calculator(), get_current_time()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4 test queries + interactive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1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my-agents/lab1_first_agent.py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YOU: What is the square root of 1764?</a:t>
            </a:r>
            <a:br/>
            <a:br/>
            <a:r>
              <a:t>  [CALC] calculator(expression="sqrt(1764)")</a:t>
            </a:r>
            <a:br/>
            <a:r>
              <a:t>  [RESULT] Result: 42.0</a:t>
            </a:r>
            <a:br/>
            <a:br/>
            <a:r>
              <a:t>AGENT RESPONSE:</a:t>
            </a:r>
            <a:br/>
            <a:r>
              <a:t>The square root of 1764 is 42.0</a:t>
            </a:r>
            <a:br/>
            <a:br/>
            <a:r>
              <a:t>══════════════════════════════════</a:t>
            </a:r>
            <a:br/>
            <a:r>
              <a:t>  YOUR TURN — Try it yourself!</a:t>
            </a:r>
            <a:br/>
            <a:r>
              <a:t>══════════════════════════════════</a:t>
            </a:r>
            <a:br/>
            <a:r>
              <a:t>&gt; 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1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@tool decorator turns Python functions into LLM-callable tools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create_deep_agent() wires model + tools + system prompt together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The LLM decides WHEN and HOW to call tools (you don't)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System prompt shapes behavior: 'ALWAYS use calculator' prevents guessing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1: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Module 1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Setup 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Diagnostic script + smoke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Custom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@tool, create_deep_agent(), thread_id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